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389D5-3B6B-0022-A625-6C49C8B42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6DB1B6-2680-D15F-1725-7FAB9BFE4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D5F44-787B-2AEF-AEE7-FC820E47D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A32C-7CE9-9443-96DF-7A3D1F766567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0EE56-29DC-4E14-96AB-695210EF3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615DF-9C58-7A7D-5AA0-B27D5D8CE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4FA-CDAD-C142-914B-383061E76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18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2ABEA-3FD2-DD68-3FBE-99BBC7AAA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A3030-8EE8-B96E-E361-2A4C9DE19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B1F37-DA7D-25D3-35C2-CCF55BD51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A32C-7CE9-9443-96DF-7A3D1F766567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BBAE0-1824-984E-1E92-D225B721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835B-036E-CF09-D125-8AB661C26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4FA-CDAD-C142-914B-383061E76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45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8A2CA-E3FD-34D9-BA4F-62D46B038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C4851-0A0D-35FB-D2FB-0C45A4660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28A26-9CBD-F45D-CD2F-F4E7BBE7C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A32C-7CE9-9443-96DF-7A3D1F766567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476C6-01D5-58FE-5C38-911659CCB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73F89-07A7-2723-7BEB-2DC7967C3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4FA-CDAD-C142-914B-383061E76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15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78E8E-E218-B7F2-BCA3-F4FA4D3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97DED-8369-8FC4-3D01-46E458226B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999D8-B12F-271F-0159-432AD494B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4DEF7-9A94-31EC-AFD9-FFF79D025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A32C-7CE9-9443-96DF-7A3D1F766567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A4B42-62C9-8378-6322-4E8438864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624B-2B1C-9FDC-75B3-1DF324BD0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4FA-CDAD-C142-914B-383061E76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662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DEC9F-0F04-09C1-06FF-147EFBE62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34EA1-D663-03FA-9063-2B0B1C33F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6D710-DD55-99C0-4477-01BECD61D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F3B897-73E7-0B46-DFF8-EFC808C04D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0F745-4FAD-5662-DE74-E49A1EA7AF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A9CA38-776A-88ED-C5D7-EC37072F9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A32C-7CE9-9443-96DF-7A3D1F766567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78B576-31DA-E9E0-3548-93A5A62EF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F3EAFD-6B8B-0E18-B747-42BE429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4FA-CDAD-C142-914B-383061E76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371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4EB8-1F84-09A7-E191-01DA6CCD2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927717-2C4B-2CF1-43BC-6D4141060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A32C-7CE9-9443-96DF-7A3D1F766567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B3AF8-95F8-A2AF-87A2-173759A4C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86F881-45AF-512C-5770-8A88D47A6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4FA-CDAD-C142-914B-383061E76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65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8A7FA0-5E55-4C25-B5D6-814755C5F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A32C-7CE9-9443-96DF-7A3D1F766567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EEB49-0684-BDB9-9717-AAB40FF65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0BF6C-231D-D59A-4AC6-C24564591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4FA-CDAD-C142-914B-383061E76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5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339A-C962-FF44-72E7-F41411920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FDD5E-4C24-12F5-C8AF-CBC8A98BC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09079C-0364-6ED0-5DD7-91C72A7E8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BC327-72CB-95E5-E23D-5972E166C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A32C-7CE9-9443-96DF-7A3D1F766567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4BC25-D014-B52F-6067-3104F8558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991EA-5B04-B081-E72F-91F6CE990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4FA-CDAD-C142-914B-383061E76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87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49F57-BE5E-8FE6-B152-2E1FCFFBC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48BF9-66E8-1040-A5F6-C31D54B54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6E8BA0-B166-3495-26A2-3CD6397E0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20B69-0862-68CE-7377-0A719500F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A32C-7CE9-9443-96DF-7A3D1F766567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9FF1C-4911-C79C-304B-8E6B93A81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1C19B-B6C0-4BBE-AA1D-91969388B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4FA-CDAD-C142-914B-383061E76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79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2CE-95B0-C144-F4D8-564893D4E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FB7CE9-86F5-F69B-CA75-AB18714CF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81C3E-300A-E872-40AF-F77CE16F8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A32C-7CE9-9443-96DF-7A3D1F766567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110BC-402E-C568-AD64-667FB02B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5DB82-777D-65A8-6939-61916C5F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4FA-CDAD-C142-914B-383061E76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74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4FC51E-5F95-76E1-DF2F-684FB4D62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7D1C7-01A0-887B-7490-1CBC4CC27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7F694-E158-C36C-1291-709C35B83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A32C-7CE9-9443-96DF-7A3D1F766567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3A2FC-BBEC-D046-3656-1CB150B08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09BE8-7872-17E4-99D6-B443A8829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C54FA-CDAD-C142-914B-383061E76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81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1D6A83-F7C0-4CE4-544E-07A79084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C3B5E-A219-AC4D-CDC0-A757E01B4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93EF5-FA98-8B2D-059E-4C5D903AC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46A32C-7CE9-9443-96DF-7A3D1F766567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AA280-B4E0-71BD-B062-B020B39A4F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CA898-B36D-E506-E283-EBC54FC38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6C54FA-CDAD-C142-914B-383061E76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48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8940B-20F3-2F2C-B989-BAF3A7F73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14BE2D-E1D5-C98E-17DD-EE3484C6E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5B (Horizontal)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5D78AE-1641-9EFE-FC0E-42CC30AA4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1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8C506-AE7D-C0D6-7447-9E7EA5AF3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5B </a:t>
            </a:r>
            <a:r>
              <a:rPr lang="en-US" dirty="0" err="1"/>
              <a:t>n_cells</a:t>
            </a:r>
            <a:r>
              <a:rPr lang="en-US" dirty="0"/>
              <a:t> = 100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D2F967-3FD0-2454-578C-2C4C5C92F2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89876"/>
            <a:ext cx="10515600" cy="322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207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9F98B-3EFB-4FCA-9FEF-259C4CCCE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1FB47-3065-20FE-BE9C-7B613E724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5B </a:t>
            </a:r>
            <a:r>
              <a:rPr lang="en-US" dirty="0" err="1"/>
              <a:t>n_cells</a:t>
            </a:r>
            <a:r>
              <a:rPr lang="en-US" dirty="0"/>
              <a:t> = 200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38FAF7-A8E4-FFCA-FE91-808429A59B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389876"/>
            <a:ext cx="10515600" cy="322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46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FB3D5-24A0-C607-2EE8-8823F69FB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39923-A638-782C-44A2-EE3F33E3E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5B </a:t>
            </a:r>
            <a:r>
              <a:rPr lang="en-US" dirty="0" err="1"/>
              <a:t>n_cells</a:t>
            </a:r>
            <a:r>
              <a:rPr lang="en-US" dirty="0"/>
              <a:t> = 400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DA2044-B2CD-67C7-4E21-3663F1112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389876"/>
            <a:ext cx="10515600" cy="322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773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79EBD-861B-97FD-5EDE-52D87980B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B911A-E103-6A3E-88E1-1998E899E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5B </a:t>
            </a:r>
            <a:r>
              <a:rPr lang="en-US" dirty="0" err="1"/>
              <a:t>n_cells</a:t>
            </a:r>
            <a:r>
              <a:rPr lang="en-US" dirty="0"/>
              <a:t> = 800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011F5E-C0D8-D204-E998-6BCB30DBF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389876"/>
            <a:ext cx="10515600" cy="322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41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8CADA-DB21-51FE-066D-719A6EC99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8B70F-287B-96DA-387B-C3A40DB7F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5B </a:t>
            </a:r>
            <a:r>
              <a:rPr lang="en-US" dirty="0" err="1"/>
              <a:t>n_cells</a:t>
            </a:r>
            <a:r>
              <a:rPr lang="en-US" dirty="0"/>
              <a:t> = 1600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BB3732-0FC0-42EC-D974-1BC45A0CC8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389876"/>
            <a:ext cx="10515600" cy="322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009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97A47-6881-5665-8E32-2DB31186A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69341-5CD4-9135-82B5-38BD7474C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5B </a:t>
            </a:r>
            <a:r>
              <a:rPr lang="en-US" dirty="0" err="1"/>
              <a:t>n_cells</a:t>
            </a:r>
            <a:r>
              <a:rPr lang="en-US" dirty="0"/>
              <a:t> = 3200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05A678-80F4-3410-AC3D-6C36EC5D6F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389876"/>
            <a:ext cx="10515600" cy="322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792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E445A6-9630-51F8-6D18-8A2D845B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5D (Vertical)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845F2B-1FE7-BCA7-5E64-EBC098127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93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4D346-D260-9C84-CD86-546EE994D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B2280-DB4D-17BB-7926-15E73D1B7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5D </a:t>
            </a:r>
            <a:r>
              <a:rPr lang="en-US" dirty="0" err="1"/>
              <a:t>n_cells</a:t>
            </a:r>
            <a:r>
              <a:rPr lang="en-US" dirty="0"/>
              <a:t> = 100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552D03-1DA0-8A06-B950-F0947CE333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389876"/>
            <a:ext cx="10515600" cy="322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35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65A8D-C825-4E81-04B7-3D0546FBF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DCB8B-76D9-152B-4AA9-3C234AC18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5D </a:t>
            </a:r>
            <a:r>
              <a:rPr lang="en-US" dirty="0" err="1"/>
              <a:t>n_cells</a:t>
            </a:r>
            <a:r>
              <a:rPr lang="en-US" dirty="0"/>
              <a:t> = 200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D1B8FF-27DA-BE16-1200-D5739406B7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389876"/>
            <a:ext cx="10515600" cy="322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551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8F498-8E7B-E9E7-B82A-4413F0EF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36785-6464-8E26-FE78-629F25335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5B </a:t>
            </a:r>
            <a:r>
              <a:rPr lang="en-US" dirty="0" err="1"/>
              <a:t>n_cells</a:t>
            </a:r>
            <a:r>
              <a:rPr lang="en-US" dirty="0"/>
              <a:t> = 400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FAFAD2-EE85-C926-C845-6B0867ED40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389876"/>
            <a:ext cx="10515600" cy="322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723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2578E-3247-FD91-B625-5C94FC6BA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174F3-93D3-0F38-637C-575AAD37A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5B </a:t>
            </a:r>
            <a:r>
              <a:rPr lang="en-US" dirty="0" err="1"/>
              <a:t>n_cells</a:t>
            </a:r>
            <a:r>
              <a:rPr lang="en-US" dirty="0"/>
              <a:t> = 800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E995CD-7C11-1509-169D-53D10860DD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389876"/>
            <a:ext cx="10515600" cy="322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666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0CCF2-7BA4-066F-27BA-D098DC39F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78751-2314-C278-902A-DAAF9810C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5B </a:t>
            </a:r>
            <a:r>
              <a:rPr lang="en-US" dirty="0" err="1"/>
              <a:t>n_cells</a:t>
            </a:r>
            <a:r>
              <a:rPr lang="en-US" dirty="0"/>
              <a:t> = 1600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ECC2B3-8499-7BD9-861A-E643ED555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389876"/>
            <a:ext cx="10515600" cy="322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029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AF4C9-C84E-648A-DA1B-5FE6A32CD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5859C-9FCB-40FC-8373-5A65E3BF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5B </a:t>
            </a:r>
            <a:r>
              <a:rPr lang="en-US" dirty="0" err="1"/>
              <a:t>n_cells</a:t>
            </a:r>
            <a:r>
              <a:rPr lang="en-US" dirty="0"/>
              <a:t> = 3200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B54514-D8D7-9163-CEAC-71605029B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389876"/>
            <a:ext cx="10515600" cy="322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838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94</Words>
  <Application>Microsoft Macintosh PowerPoint</Application>
  <PresentationFormat>Widescreen</PresentationFormat>
  <Paragraphs>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Figure 5B (Horizontal)</vt:lpstr>
      <vt:lpstr>Figure 5B n_cells = 100</vt:lpstr>
      <vt:lpstr>Figure 5B n_cells = 200</vt:lpstr>
      <vt:lpstr>Figure 5B n_cells = 400</vt:lpstr>
      <vt:lpstr>Figure 5B n_cells = 800</vt:lpstr>
      <vt:lpstr>Figure 5B n_cells = 1600</vt:lpstr>
      <vt:lpstr>Figure 5B n_cells = 3200</vt:lpstr>
      <vt:lpstr>Figure 5D (Vertical)</vt:lpstr>
      <vt:lpstr>Figure 5D n_cells = 100</vt:lpstr>
      <vt:lpstr>Figure 5D n_cells = 200</vt:lpstr>
      <vt:lpstr>Figure 5B n_cells = 400</vt:lpstr>
      <vt:lpstr>Figure 5B n_cells = 800</vt:lpstr>
      <vt:lpstr>Figure 5B n_cells = 1600</vt:lpstr>
      <vt:lpstr>Figure 5B n_cells = 3200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Duran</dc:creator>
  <cp:lastModifiedBy>Omar Duran</cp:lastModifiedBy>
  <cp:revision>3</cp:revision>
  <dcterms:created xsi:type="dcterms:W3CDTF">2026-06-25T06:57:00Z</dcterms:created>
  <dcterms:modified xsi:type="dcterms:W3CDTF">2026-06-25T07:03:22Z</dcterms:modified>
</cp:coreProperties>
</file>